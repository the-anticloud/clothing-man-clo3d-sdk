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CLO3D_SDK | Category: CLOTHING_MANUFACTURING</a:t>
            </a:r>
          </a:p>
          <a:p>
            <a:r>
              <a:rPr sz="1400"/>
              <a:t>Upstream: https://github.com/nicedoc/clo3d-sdk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CLO3D_SDK.</a:t>
            </a:r>
          </a:p>
          <a:p>
            <a:r>
              <a:rPr sz="1400"/>
              <a:t>CLO 3D garment simulation SDK bindings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CLO3D_SDK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