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05 NIST SP800 53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2026-10-02T09:37:37.531581Z | Framework ID: 05_NIST_SP800_53</a:t>
            </a:r>
          </a:p>
          <a:p>
            <a:r>
              <a:t>NIST SP 800-53 Rev5 (2020)</a:t>
            </a:r>
          </a:p>
          <a:p>
            <a:r>
              <a:t>PASS — 18 control families addressed; AU, IA, SC families fully covered</a:t>
            </a:r>
          </a:p>
          <a:p>
            <a:r>
              <a:t>HIGH baseline: 421/421 controls</a:t>
            </a:r>
          </a:p>
          <a:p>
            <a:r>
              <a:t>Zero Trust CA (4096-bit) satisfies IA-5; SHA3-256 chain satisfies AU-9, AU-10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