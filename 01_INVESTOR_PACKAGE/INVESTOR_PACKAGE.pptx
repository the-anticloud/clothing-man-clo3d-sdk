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CLO3D_SDK (CLOTHING_MANUFACTURING)</a:t>
            </a:r>
          </a:p>
          <a:p>
            <a:r>
              <a:t>Upstream: https://github.com/nicedoc/clo3d-sdk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CLO3D_SDK is an Anticloud FZ LLE integration of CLO 3D garment simulation SDK bindings,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CLOTHING_MANUFACTURING.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