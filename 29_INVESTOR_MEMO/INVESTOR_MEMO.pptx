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CLO3D_SDK | Category: CLOTHING_MANUFACTURING</a:t>
            </a:r>
          </a:p>
          <a:p>
            <a:r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CLO 3D garment simulation SDK bindings without data egress. Cloud-hosted alternatives leak data by architecture; Anticloud FZ LLE delivers CLO3D_SDK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CLO3D_SDK (https://github.com/nicedoc/clo3d-sdk,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CLOTHING_MANUFACTURING;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