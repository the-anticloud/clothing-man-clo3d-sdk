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CLO3D_SDK | Category: CLOTHING_MANUFACTURING</a:t>
            </a:r>
          </a:p>
          <a:p>
            <a:r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CLO3D_SDK (CLO 3D garment simulation SDK bindings),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